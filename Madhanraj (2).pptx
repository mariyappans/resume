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2" r:id="rId2"/>
    <p:sldId id="264" r:id="rId3"/>
  </p:sldIdLst>
  <p:sldSz cx="6858000" cy="9906000" type="A4"/>
  <p:notesSz cx="6797675" cy="9926638"/>
  <p:defaultTextStyle>
    <a:defPPr>
      <a:defRPr lang="en-US"/>
    </a:defPPr>
    <a:lvl1pPr marL="0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EC0"/>
    <a:srgbClr val="C7D1D7"/>
    <a:srgbClr val="A4B5BF"/>
    <a:srgbClr val="0078C1"/>
    <a:srgbClr val="F0483E"/>
    <a:srgbClr val="EBEBE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822" autoAdjust="0"/>
  </p:normalViewPr>
  <p:slideViewPr>
    <p:cSldViewPr snapToGrid="0">
      <p:cViewPr>
        <p:scale>
          <a:sx n="100" d="100"/>
          <a:sy n="100" d="100"/>
        </p:scale>
        <p:origin x="-1896" y="-7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CBBEF07A-56A4-47B6-AA5E-4528F1BE5EFE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CAC7296F-F0C1-4C0D-B4FC-12D6C580A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414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51">
              <a:defRPr/>
            </a:pPr>
            <a:r>
              <a:rPr lang="en-US" dirty="0" smtClean="0">
                <a:solidFill>
                  <a:prstClr val="black"/>
                </a:solidFill>
              </a:rPr>
              <a:t>Designed by Showeet.com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7296F-F0C1-4C0D-B4FC-12D6C580A2A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1165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51">
              <a:defRPr/>
            </a:pPr>
            <a:r>
              <a:rPr lang="en-US" dirty="0" smtClean="0">
                <a:solidFill>
                  <a:prstClr val="black"/>
                </a:solidFill>
              </a:rPr>
              <a:t>Designed by Showeet.com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7296F-F0C1-4C0D-B4FC-12D6C580A2A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116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5400000">
            <a:off x="6209922" y="8850422"/>
            <a:ext cx="1834156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prstClr val="black"/>
                </a:solidFill>
              </a:rPr>
              <a:t>Designed by Showeet.com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427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1ABAB-9442-468E-97A9-EBA7FEFF374D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452F0-21BE-412E-A846-9571924C1A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1883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78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7" indent="-171447" algn="l" defTabSz="68578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1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34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8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22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15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09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03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97" indent="-171447" algn="l" defTabSz="68578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4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7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81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75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68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62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56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50" algn="l" defTabSz="68578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hyperlink" Target="mailto:madhanraj242003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57200" y="2859314"/>
            <a:ext cx="6400800" cy="70466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</a:p>
          <a:p>
            <a:pPr algn="ctr">
              <a:buBlip>
                <a:blip r:embed="rId3"/>
              </a:buBlip>
            </a:pP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" y="0"/>
            <a:ext cx="6858000" cy="25431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65150" y="427084"/>
            <a:ext cx="1409700" cy="1756410"/>
          </a:xfrm>
          <a:prstGeom prst="ellipse">
            <a:avLst/>
          </a:prstGeom>
          <a:solidFill>
            <a:srgbClr val="BCBE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 rot="16200000">
            <a:off x="3951469" y="-1182506"/>
            <a:ext cx="1202326" cy="4610736"/>
          </a:xfrm>
          <a:custGeom>
            <a:avLst/>
            <a:gdLst>
              <a:gd name="connsiteX0" fmla="*/ 1384551 w 1384551"/>
              <a:gd name="connsiteY0" fmla="*/ 313014 h 4874613"/>
              <a:gd name="connsiteX1" fmla="*/ 1384550 w 1384551"/>
              <a:gd name="connsiteY1" fmla="*/ 4874613 h 4874613"/>
              <a:gd name="connsiteX2" fmla="*/ 0 w 1384551"/>
              <a:gd name="connsiteY2" fmla="*/ 4874613 h 4874613"/>
              <a:gd name="connsiteX3" fmla="*/ 0 w 1384551"/>
              <a:gd name="connsiteY3" fmla="*/ 313014 h 4874613"/>
              <a:gd name="connsiteX4" fmla="*/ 154557 w 1384551"/>
              <a:gd name="connsiteY4" fmla="*/ 162136 h 4874613"/>
              <a:gd name="connsiteX5" fmla="*/ 595943 w 1384551"/>
              <a:gd name="connsiteY5" fmla="*/ 162136 h 4874613"/>
              <a:gd name="connsiteX6" fmla="*/ 692275 w 1384551"/>
              <a:gd name="connsiteY6" fmla="*/ 0 h 4874613"/>
              <a:gd name="connsiteX7" fmla="*/ 788607 w 1384551"/>
              <a:gd name="connsiteY7" fmla="*/ 162136 h 4874613"/>
              <a:gd name="connsiteX8" fmla="*/ 1229994 w 1384551"/>
              <a:gd name="connsiteY8" fmla="*/ 162136 h 4874613"/>
              <a:gd name="connsiteX9" fmla="*/ 1384551 w 1384551"/>
              <a:gd name="connsiteY9" fmla="*/ 313014 h 48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4551" h="4874613">
                <a:moveTo>
                  <a:pt x="1384551" y="313014"/>
                </a:moveTo>
                <a:lnTo>
                  <a:pt x="1384550" y="4874613"/>
                </a:lnTo>
                <a:lnTo>
                  <a:pt x="0" y="4874613"/>
                </a:lnTo>
                <a:lnTo>
                  <a:pt x="0" y="313014"/>
                </a:lnTo>
                <a:cubicBezTo>
                  <a:pt x="0" y="229687"/>
                  <a:pt x="69198" y="162136"/>
                  <a:pt x="154557" y="162136"/>
                </a:cubicBezTo>
                <a:lnTo>
                  <a:pt x="595943" y="162136"/>
                </a:lnTo>
                <a:lnTo>
                  <a:pt x="692275" y="0"/>
                </a:lnTo>
                <a:lnTo>
                  <a:pt x="788607" y="162136"/>
                </a:lnTo>
                <a:lnTo>
                  <a:pt x="1229994" y="162136"/>
                </a:lnTo>
                <a:cubicBezTo>
                  <a:pt x="1315353" y="162136"/>
                  <a:pt x="1384551" y="229687"/>
                  <a:pt x="1384551" y="3130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512371" y="540749"/>
            <a:ext cx="4215003" cy="45937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D. MADHAN RAJ</a:t>
            </a:r>
            <a:endParaRPr lang="en-US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33879203"/>
              </p:ext>
            </p:extLst>
          </p:nvPr>
        </p:nvGraphicFramePr>
        <p:xfrm>
          <a:off x="3247800" y="1801623"/>
          <a:ext cx="3210149" cy="6177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10149"/>
              </a:tblGrid>
              <a:tr h="2152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# 6, </a:t>
                      </a:r>
                      <a:r>
                        <a:rPr lang="en-US" sz="1300" b="1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Abboy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Street,</a:t>
                      </a: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B.O.D. Road,</a:t>
                      </a:r>
                      <a:endParaRPr lang="en-US" sz="13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2446">
                <a:tc>
                  <a:txBody>
                    <a:bodyPr/>
                    <a:lstStyle/>
                    <a:p>
                      <a:pPr marL="0" marR="0" indent="0" algn="l" defTabSz="6857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err="1" smtClean="0">
                          <a:solidFill>
                            <a:schemeClr val="tx1"/>
                          </a:solidFill>
                          <a:effectLst/>
                        </a:rPr>
                        <a:t>Chathiram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300" b="1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Pattabiram</a:t>
                      </a: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Chennai – 600 072.</a:t>
                      </a:r>
                    </a:p>
                    <a:p>
                      <a:pPr marL="0" marR="0" indent="0" algn="l" defTabSz="6857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(Near  Sub-Post Office)</a:t>
                      </a:r>
                      <a:endParaRPr lang="en-US" sz="13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3114140"/>
              </p:ext>
            </p:extLst>
          </p:nvPr>
        </p:nvGraphicFramePr>
        <p:xfrm>
          <a:off x="2606563" y="1034721"/>
          <a:ext cx="3498962" cy="74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8962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Mobile :  9360770284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E-mail : 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madhanraj242003@gmail.com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489835" y="1733550"/>
            <a:ext cx="77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Address:</a:t>
            </a:r>
            <a:endParaRPr lang="en-US" sz="1200" b="1" dirty="0"/>
          </a:p>
        </p:txBody>
      </p:sp>
      <p:grpSp>
        <p:nvGrpSpPr>
          <p:cNvPr id="2" name="Groupe 23"/>
          <p:cNvGrpSpPr/>
          <p:nvPr/>
        </p:nvGrpSpPr>
        <p:grpSpPr>
          <a:xfrm>
            <a:off x="0" y="2572354"/>
            <a:ext cx="6858000" cy="720080"/>
            <a:chOff x="2561868" y="7428512"/>
            <a:chExt cx="4296132" cy="72008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8" name="Triangle rectangle 20"/>
            <p:cNvSpPr/>
            <p:nvPr/>
          </p:nvSpPr>
          <p:spPr>
            <a:xfrm rot="16200000" flipH="1">
              <a:off x="2561869" y="7860561"/>
              <a:ext cx="288032" cy="28803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61868" y="7428512"/>
              <a:ext cx="4296132" cy="43204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0" rtlCol="0" anchor="ctr"/>
            <a:lstStyle/>
            <a:p>
              <a:pPr algn="l"/>
              <a:r>
                <a:rPr lang="en-US" sz="2400" b="1" cap="small" baseline="0" dirty="0" smtClean="0">
                  <a:solidFill>
                    <a:schemeClr val="tx1"/>
                  </a:solidFill>
                </a:rPr>
                <a:t>    </a:t>
              </a:r>
              <a:r>
                <a:rPr lang="en-US" sz="2000" b="1" cap="small" baseline="0" dirty="0" smtClean="0">
                  <a:solidFill>
                    <a:schemeClr val="tx1"/>
                  </a:solidFill>
                </a:rPr>
                <a:t>Objective</a:t>
              </a:r>
              <a:endParaRPr lang="en-US" sz="2000" b="1" cap="small" baseline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00074" y="3041650"/>
            <a:ext cx="6010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1400" dirty="0" smtClean="0"/>
              <a:t>   Seeking  a  challenging  position  in  a  competitive  environment  to  utilize  my skills  and  abilities  and  to  satisfy  the  expectation of the organization.</a:t>
            </a:r>
            <a:endParaRPr lang="en-US" sz="1400" dirty="0"/>
          </a:p>
        </p:txBody>
      </p:sp>
      <p:sp>
        <p:nvSpPr>
          <p:cNvPr id="43" name="Triangle rectangle 20"/>
          <p:cNvSpPr/>
          <p:nvPr/>
        </p:nvSpPr>
        <p:spPr>
          <a:xfrm rot="16200000" flipH="1">
            <a:off x="85881" y="3946498"/>
            <a:ext cx="288032" cy="45978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0" y="3609853"/>
            <a:ext cx="6858000" cy="432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algn="l"/>
            <a:r>
              <a:rPr lang="en-US" sz="2000" b="1" cap="small" baseline="0" dirty="0" smtClean="0">
                <a:solidFill>
                  <a:schemeClr val="tx1"/>
                </a:solidFill>
              </a:rPr>
              <a:t>     Academic Details</a:t>
            </a:r>
            <a:endParaRPr lang="en-US" sz="2000" b="1" cap="small" baseline="0" dirty="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9615" y="4097743"/>
            <a:ext cx="53644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ct val="150000"/>
              <a:buFont typeface="Arial" pitchFamily="34" charset="0"/>
              <a:buChar char="•"/>
              <a:tabLst>
                <a:tab pos="800100" algn="l"/>
                <a:tab pos="1028700" algn="l"/>
              </a:tabLst>
            </a:pPr>
            <a:r>
              <a:rPr lang="en-IN" sz="1300" b="1" dirty="0" smtClean="0"/>
              <a:t> </a:t>
            </a:r>
            <a:r>
              <a:rPr lang="en-IN" sz="1300" b="1" dirty="0" smtClean="0"/>
              <a:t>2023 </a:t>
            </a:r>
            <a:r>
              <a:rPr lang="en-IN" sz="1300" b="1" dirty="0" smtClean="0"/>
              <a:t>	:</a:t>
            </a:r>
            <a:r>
              <a:rPr lang="en-IN" sz="1300" dirty="0" smtClean="0"/>
              <a:t> </a:t>
            </a:r>
            <a:r>
              <a:rPr lang="en-IN" sz="1300" dirty="0" smtClean="0"/>
              <a:t>    Pursuing in B.E. (Computer Engineering) IV Semester</a:t>
            </a:r>
            <a:r>
              <a:rPr lang="en-IN" sz="1300" dirty="0" smtClean="0"/>
              <a:t>		</a:t>
            </a:r>
            <a:r>
              <a:rPr lang="en-IN" sz="1300" dirty="0" smtClean="0"/>
              <a:t>      at </a:t>
            </a:r>
            <a:r>
              <a:rPr lang="en-IN" sz="1300" dirty="0" err="1" smtClean="0"/>
              <a:t>Vellammal</a:t>
            </a:r>
            <a:r>
              <a:rPr lang="en-IN" sz="1300" dirty="0" smtClean="0"/>
              <a:t> Engineering College, Chennai-66</a:t>
            </a:r>
          </a:p>
          <a:p>
            <a:pPr lvl="0">
              <a:buSzPct val="150000"/>
              <a:buFont typeface="Arial" pitchFamily="34" charset="0"/>
              <a:buChar char="•"/>
              <a:tabLst>
                <a:tab pos="800100" algn="l"/>
                <a:tab pos="1028700" algn="l"/>
              </a:tabLst>
            </a:pPr>
            <a:endParaRPr lang="en-IN" sz="1300" b="1" dirty="0" smtClean="0"/>
          </a:p>
          <a:p>
            <a:pPr lvl="0">
              <a:buSzPct val="150000"/>
              <a:buFont typeface="Arial" pitchFamily="34" charset="0"/>
              <a:buChar char="•"/>
              <a:tabLst>
                <a:tab pos="800100" algn="l"/>
                <a:tab pos="1028700" algn="l"/>
              </a:tabLst>
            </a:pPr>
            <a:r>
              <a:rPr lang="en-IN" sz="1300" b="1" dirty="0" smtClean="0"/>
              <a:t> </a:t>
            </a:r>
            <a:r>
              <a:rPr lang="en-IN" sz="1300" b="1" dirty="0" smtClean="0"/>
              <a:t>2022 	:</a:t>
            </a:r>
            <a:r>
              <a:rPr lang="en-IN" sz="1300" dirty="0" smtClean="0"/>
              <a:t> 	Diploma in Computer Engineering </a:t>
            </a:r>
            <a:r>
              <a:rPr lang="en-IN" sz="1300" dirty="0" smtClean="0"/>
              <a:t>(</a:t>
            </a:r>
            <a:r>
              <a:rPr lang="en-IN" sz="1300" dirty="0" smtClean="0"/>
              <a:t>DCE)			</a:t>
            </a:r>
            <a:r>
              <a:rPr lang="en-IN" sz="1300" dirty="0" err="1" smtClean="0"/>
              <a:t>Murugappa</a:t>
            </a:r>
            <a:r>
              <a:rPr lang="en-IN" sz="1300" dirty="0" smtClean="0"/>
              <a:t>  Polytechnic  College, Chennai-62.</a:t>
            </a:r>
          </a:p>
          <a:p>
            <a:pPr lvl="0">
              <a:buSzPct val="150000"/>
              <a:tabLst>
                <a:tab pos="800100" algn="l"/>
                <a:tab pos="1028700" algn="l"/>
              </a:tabLst>
            </a:pPr>
            <a:r>
              <a:rPr lang="en-IN" sz="1300" b="1" dirty="0" smtClean="0"/>
              <a:t>Percentage	: 	80% </a:t>
            </a:r>
            <a:endParaRPr lang="en-IN" sz="1300" dirty="0" smtClean="0"/>
          </a:p>
          <a:p>
            <a:pPr lvl="0">
              <a:buSzPct val="150000"/>
              <a:buBlip>
                <a:blip r:embed="rId5"/>
              </a:buBlip>
              <a:tabLst>
                <a:tab pos="800100" algn="l"/>
                <a:tab pos="1028700" algn="l"/>
              </a:tabLst>
            </a:pPr>
            <a:endParaRPr lang="en-IN" sz="1300" dirty="0" smtClean="0"/>
          </a:p>
          <a:p>
            <a:pPr>
              <a:buSzPct val="150000"/>
              <a:buFont typeface="Arial" pitchFamily="34" charset="0"/>
              <a:buChar char="•"/>
              <a:tabLst>
                <a:tab pos="800100" algn="l"/>
                <a:tab pos="1028700" algn="l"/>
              </a:tabLst>
            </a:pPr>
            <a:r>
              <a:rPr lang="en-IN" sz="1300" b="1" dirty="0" smtClean="0"/>
              <a:t>2019	:</a:t>
            </a:r>
            <a:r>
              <a:rPr lang="en-IN" sz="1300" dirty="0" smtClean="0"/>
              <a:t> 	S.S.L.C.</a:t>
            </a:r>
            <a:br>
              <a:rPr lang="en-IN" sz="1300" dirty="0" smtClean="0"/>
            </a:br>
            <a:r>
              <a:rPr lang="en-IN" sz="1300" dirty="0" smtClean="0"/>
              <a:t>		Jaya Matriculation Hr. Sec. School, Thiruninravur-602 024.</a:t>
            </a:r>
          </a:p>
          <a:p>
            <a:pPr>
              <a:buSzPct val="150000"/>
              <a:tabLst>
                <a:tab pos="800100" algn="l"/>
                <a:tab pos="1028700" algn="l"/>
              </a:tabLst>
            </a:pPr>
            <a:r>
              <a:rPr lang="en-IN" sz="1300" b="1" dirty="0" smtClean="0"/>
              <a:t>Percentage	:	68% </a:t>
            </a:r>
          </a:p>
        </p:txBody>
      </p:sp>
      <p:grpSp>
        <p:nvGrpSpPr>
          <p:cNvPr id="10" name="Groupe 23"/>
          <p:cNvGrpSpPr/>
          <p:nvPr/>
        </p:nvGrpSpPr>
        <p:grpSpPr>
          <a:xfrm>
            <a:off x="0" y="6271056"/>
            <a:ext cx="6858000" cy="718175"/>
            <a:chOff x="2561868" y="6952262"/>
            <a:chExt cx="4296132" cy="71817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7" name="Triangle rectangle 20"/>
            <p:cNvSpPr/>
            <p:nvPr/>
          </p:nvSpPr>
          <p:spPr>
            <a:xfrm rot="16200000" flipH="1">
              <a:off x="2561867" y="7382406"/>
              <a:ext cx="288032" cy="28803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61868" y="6952262"/>
              <a:ext cx="4296132" cy="43204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0" rtlCol="0" anchor="ctr"/>
            <a:lstStyle/>
            <a:p>
              <a:pPr algn="l"/>
              <a:r>
                <a:rPr lang="en-US" sz="2000" b="1" cap="small" baseline="0" dirty="0" smtClean="0">
                  <a:solidFill>
                    <a:schemeClr val="tx1"/>
                  </a:solidFill>
                </a:rPr>
                <a:t>     Technical Skills</a:t>
              </a:r>
              <a:endParaRPr lang="en-US" sz="2000" b="1" cap="small" baseline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800100" y="6692153"/>
            <a:ext cx="54254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1300" dirty="0" smtClean="0"/>
              <a:t>  Application Software	:   MS-OFFICE, PHOTOSHOP</a:t>
            </a:r>
          </a:p>
          <a:p>
            <a:pPr lvl="0">
              <a:buFont typeface="Arial" pitchFamily="34" charset="0"/>
              <a:buChar char="•"/>
            </a:pPr>
            <a:r>
              <a:rPr lang="en-US" sz="1300" dirty="0" smtClean="0"/>
              <a:t>  Programming Language  	:   </a:t>
            </a:r>
            <a:r>
              <a:rPr lang="en-US" sz="1300" dirty="0" smtClean="0"/>
              <a:t>C, C++, JAVA</a:t>
            </a:r>
            <a:endParaRPr lang="en-US" sz="1300" dirty="0" smtClean="0"/>
          </a:p>
          <a:p>
            <a:pPr lvl="0">
              <a:buFont typeface="Arial" pitchFamily="34" charset="0"/>
              <a:buChar char="•"/>
            </a:pPr>
            <a:r>
              <a:rPr lang="en-US" sz="1300" dirty="0" smtClean="0"/>
              <a:t>  Web Development           	:   HTML, CSS, JAVASCRIPT</a:t>
            </a:r>
          </a:p>
          <a:p>
            <a:pPr lvl="0">
              <a:buFont typeface="Arial" pitchFamily="34" charset="0"/>
              <a:buChar char="•"/>
            </a:pPr>
            <a:r>
              <a:rPr lang="en-US" sz="1300" dirty="0" smtClean="0"/>
              <a:t>  Editing Software	:   WONDERSHARE FILMORA</a:t>
            </a:r>
          </a:p>
        </p:txBody>
      </p:sp>
      <p:grpSp>
        <p:nvGrpSpPr>
          <p:cNvPr id="30" name="Groupe 23"/>
          <p:cNvGrpSpPr/>
          <p:nvPr/>
        </p:nvGrpSpPr>
        <p:grpSpPr>
          <a:xfrm>
            <a:off x="0" y="7624241"/>
            <a:ext cx="6858000" cy="721985"/>
            <a:chOff x="2561868" y="7476137"/>
            <a:chExt cx="4296132" cy="72198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2" name="Triangle rectangle 20"/>
            <p:cNvSpPr/>
            <p:nvPr/>
          </p:nvSpPr>
          <p:spPr>
            <a:xfrm rot="16200000" flipH="1">
              <a:off x="2561869" y="7910091"/>
              <a:ext cx="288032" cy="28803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561868" y="7476137"/>
              <a:ext cx="4296132" cy="43204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0" rtlCol="0" anchor="ctr"/>
            <a:lstStyle/>
            <a:p>
              <a:r>
                <a:rPr lang="en-US" sz="2000" b="1" cap="small" dirty="0" smtClean="0">
                  <a:solidFill>
                    <a:schemeClr val="tx1"/>
                  </a:solidFill>
                </a:rPr>
                <a:t>    Achievement &amp; Certification</a:t>
              </a:r>
              <a:endParaRPr lang="en-US" sz="2000" b="1" cap="small" baseline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49300" y="8139953"/>
            <a:ext cx="563245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r>
              <a:rPr lang="en-IN" sz="1300" dirty="0" smtClean="0"/>
              <a:t>Certificate of Appreciation for Online Quiz on </a:t>
            </a:r>
            <a:r>
              <a:rPr lang="en-IN" sz="1300" u="sng" dirty="0" smtClean="0"/>
              <a:t>CORE JAVA PROGRAMMING </a:t>
            </a:r>
            <a:r>
              <a:rPr lang="en-IN" sz="1300" dirty="0" smtClean="0"/>
              <a:t>organized by </a:t>
            </a:r>
            <a:r>
              <a:rPr lang="en-IN" sz="1300" dirty="0" err="1" smtClean="0"/>
              <a:t>Murugappa</a:t>
            </a:r>
            <a:r>
              <a:rPr lang="en-IN" sz="1300" dirty="0" smtClean="0"/>
              <a:t> Polytechnic</a:t>
            </a:r>
            <a:r>
              <a:rPr lang="en-IN" sz="1300" dirty="0" smtClean="0"/>
              <a:t>.</a:t>
            </a:r>
          </a:p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endParaRPr lang="en-IN" sz="1300" dirty="0" smtClean="0"/>
          </a:p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r>
              <a:rPr lang="en-IN" sz="1300" dirty="0" smtClean="0"/>
              <a:t>Certification of Participation through online in </a:t>
            </a:r>
            <a:r>
              <a:rPr lang="en-IN" sz="1300" u="sng" dirty="0" smtClean="0"/>
              <a:t>Training  on Cyber Crime </a:t>
            </a:r>
            <a:r>
              <a:rPr lang="en-IN" sz="1300" u="sng" dirty="0" err="1" smtClean="0"/>
              <a:t>Awarness</a:t>
            </a:r>
            <a:r>
              <a:rPr lang="en-IN" sz="1300" u="sng" dirty="0" smtClean="0"/>
              <a:t>  </a:t>
            </a:r>
            <a:r>
              <a:rPr lang="en-IN" sz="1300" dirty="0" smtClean="0"/>
              <a:t>by  COLLCOM, New Delhi on 2020.</a:t>
            </a:r>
          </a:p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endParaRPr lang="en-IN" sz="1300" dirty="0" smtClean="0"/>
          </a:p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r>
              <a:rPr lang="en-IN" sz="1300" u="sng" dirty="0" smtClean="0"/>
              <a:t>Life </a:t>
            </a:r>
            <a:r>
              <a:rPr lang="en-IN" sz="1300" u="sng" dirty="0" smtClean="0"/>
              <a:t>Skills Training </a:t>
            </a:r>
            <a:r>
              <a:rPr lang="en-IN" sz="1300" dirty="0" smtClean="0"/>
              <a:t>conducted by GTT Foundation</a:t>
            </a:r>
            <a:r>
              <a:rPr lang="en-IN" sz="1300" dirty="0" smtClean="0"/>
              <a:t>.</a:t>
            </a:r>
            <a:endParaRPr lang="en-IN" sz="13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543955" y="442721"/>
            <a:ext cx="1386445" cy="167182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380095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59740" y="0"/>
            <a:ext cx="6400800" cy="991098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 smtClean="0"/>
              <a:t>Current </a:t>
            </a:r>
            <a:r>
              <a:rPr lang="en-IN" sz="1800" dirty="0" err="1" smtClean="0"/>
              <a:t>Organizatio</a:t>
            </a:r>
            <a:r>
              <a:rPr lang="en-IN" sz="1800" b="1" dirty="0" err="1" smtClean="0"/>
              <a:t>tlec</a:t>
            </a:r>
            <a:r>
              <a:rPr lang="en-IN" sz="1800" b="1" dirty="0" smtClean="0"/>
              <a:t> Plant 3</a:t>
            </a:r>
            <a:endParaRPr lang="en-US" sz="1800" dirty="0" smtClean="0"/>
          </a:p>
          <a:p>
            <a:r>
              <a:rPr lang="en-IN" sz="1800" dirty="0" smtClean="0"/>
              <a:t>Duration		: From Jan 2020 to Till date</a:t>
            </a:r>
            <a:endParaRPr lang="en-US" sz="1800" dirty="0" smtClean="0"/>
          </a:p>
          <a:p>
            <a:r>
              <a:rPr lang="en-IN" sz="1800" dirty="0" smtClean="0"/>
              <a:t>Designation		: CNC Operator</a:t>
            </a:r>
            <a:endParaRPr lang="en-US" sz="1800" dirty="0" smtClean="0"/>
          </a:p>
          <a:p>
            <a:r>
              <a:rPr lang="en-IN" sz="1800" dirty="0" smtClean="0"/>
              <a:t>Job Nature		: Managing Bearing manufacture</a:t>
            </a:r>
          </a:p>
        </p:txBody>
      </p:sp>
      <p:sp>
        <p:nvSpPr>
          <p:cNvPr id="7" name="Triangle rectangle 20"/>
          <p:cNvSpPr/>
          <p:nvPr/>
        </p:nvSpPr>
        <p:spPr>
          <a:xfrm rot="16200000" flipH="1">
            <a:off x="85881" y="2073541"/>
            <a:ext cx="288032" cy="45978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727371"/>
            <a:ext cx="6858000" cy="432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algn="l"/>
            <a:r>
              <a:rPr lang="en-US" sz="2000" b="1" cap="small" baseline="0" dirty="0" smtClean="0">
                <a:solidFill>
                  <a:schemeClr val="tx1"/>
                </a:solidFill>
              </a:rPr>
              <a:t>           Areas of Interest</a:t>
            </a:r>
            <a:endParaRPr lang="en-US" sz="2000" b="1" cap="small" baseline="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6930" y="2224207"/>
            <a:ext cx="415290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SzPct val="150000"/>
              <a:buFont typeface="Arial" pitchFamily="34" charset="0"/>
              <a:buChar char="•"/>
            </a:pPr>
            <a:r>
              <a:rPr lang="en-US" sz="1300" dirty="0" smtClean="0"/>
              <a:t>  </a:t>
            </a:r>
            <a:r>
              <a:rPr lang="en-US" sz="1300" dirty="0" smtClean="0"/>
              <a:t>Video &amp; Photo Editing</a:t>
            </a:r>
          </a:p>
          <a:p>
            <a:pPr lvl="0">
              <a:lnSpc>
                <a:spcPct val="150000"/>
              </a:lnSpc>
              <a:buSzPct val="150000"/>
              <a:buFont typeface="Arial" pitchFamily="34" charset="0"/>
              <a:buChar char="•"/>
            </a:pPr>
            <a:r>
              <a:rPr lang="en-US" sz="1300" dirty="0" smtClean="0"/>
              <a:t>  Content Creating</a:t>
            </a:r>
          </a:p>
          <a:p>
            <a:pPr lvl="0">
              <a:lnSpc>
                <a:spcPct val="150000"/>
              </a:lnSpc>
              <a:buSzPct val="150000"/>
              <a:buFont typeface="Arial" pitchFamily="34" charset="0"/>
              <a:buChar char="•"/>
            </a:pPr>
            <a:r>
              <a:rPr lang="en-US" sz="1300" dirty="0" smtClean="0"/>
              <a:t>  Web Designing</a:t>
            </a:r>
            <a:endParaRPr lang="en-US" sz="1300" dirty="0" smtClean="0"/>
          </a:p>
        </p:txBody>
      </p:sp>
      <p:grpSp>
        <p:nvGrpSpPr>
          <p:cNvPr id="16" name="Groupe 23"/>
          <p:cNvGrpSpPr/>
          <p:nvPr/>
        </p:nvGrpSpPr>
        <p:grpSpPr>
          <a:xfrm>
            <a:off x="-9976" y="3306626"/>
            <a:ext cx="6887026" cy="720080"/>
            <a:chOff x="2543685" y="5464457"/>
            <a:chExt cx="4314315" cy="72008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" name="Triangle rectangle 20"/>
            <p:cNvSpPr/>
            <p:nvPr/>
          </p:nvSpPr>
          <p:spPr>
            <a:xfrm rot="16200000" flipH="1">
              <a:off x="2543684" y="5896506"/>
              <a:ext cx="288032" cy="28803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868" y="5464457"/>
              <a:ext cx="4296132" cy="43204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0" rtlCol="0" anchor="ctr"/>
            <a:lstStyle/>
            <a:p>
              <a:pPr algn="l"/>
              <a:r>
                <a:rPr lang="en-US" sz="2000" b="1" cap="small" baseline="0" dirty="0" smtClean="0">
                  <a:solidFill>
                    <a:schemeClr val="tx1"/>
                  </a:solidFill>
                </a:rPr>
                <a:t>            Personal Details</a:t>
              </a:r>
              <a:endParaRPr lang="en-US" sz="2000" b="1" cap="small" baseline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38200" y="3808563"/>
            <a:ext cx="4953000" cy="3272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Name	:	</a:t>
            </a:r>
            <a:r>
              <a:rPr lang="en-IN" sz="1300" b="1" dirty="0" smtClean="0"/>
              <a:t>D. MADHAN RAJ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Father’s Name	:	Mr. R. DAMODARAN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Date of Birth         	:    	24.09.2003</a:t>
            </a:r>
            <a:endParaRPr lang="en-US" sz="1300" dirty="0" smtClean="0"/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Marital Status	:    	Single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Gender	:    	Male</a:t>
            </a:r>
            <a:endParaRPr lang="en-US" sz="1300" dirty="0" smtClean="0"/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Nationality            	:    	Indian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Religion	:	Hindu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Languages Known	:    	English &amp; Tamil</a:t>
            </a:r>
          </a:p>
          <a:p>
            <a:pPr indent="228600"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IN" sz="1300" dirty="0" smtClean="0"/>
              <a:t>Address	:	</a:t>
            </a:r>
            <a:r>
              <a:rPr lang="en-US" sz="1300" dirty="0" smtClean="0"/>
              <a:t> No.  6, </a:t>
            </a:r>
            <a:r>
              <a:rPr lang="en-US" sz="1300" dirty="0" err="1" smtClean="0"/>
              <a:t>Abboy</a:t>
            </a:r>
            <a:r>
              <a:rPr lang="en-US" sz="1300" dirty="0" smtClean="0"/>
              <a:t> Street, B.O.D. Road,</a:t>
            </a:r>
            <a:br>
              <a:rPr lang="en-US" sz="1300" dirty="0" smtClean="0"/>
            </a:br>
            <a:r>
              <a:rPr lang="en-US" sz="1300" dirty="0" smtClean="0"/>
              <a:t>		</a:t>
            </a:r>
            <a:r>
              <a:rPr lang="en-US" sz="1300" dirty="0" err="1" smtClean="0"/>
              <a:t>Chathiram</a:t>
            </a:r>
            <a:r>
              <a:rPr lang="en-US" sz="1300" dirty="0" smtClean="0"/>
              <a:t>, </a:t>
            </a:r>
            <a:r>
              <a:rPr lang="en-US" sz="1300" dirty="0" err="1" smtClean="0"/>
              <a:t>Pattabiram</a:t>
            </a:r>
            <a:r>
              <a:rPr lang="en-US" sz="1300" dirty="0" smtClean="0"/>
              <a:t>, Chennai-72.</a:t>
            </a:r>
          </a:p>
          <a:p>
            <a:pPr indent="228600">
              <a:lnSpc>
                <a:spcPct val="150000"/>
              </a:lnSpc>
              <a:buFont typeface="Arial" pitchFamily="34" charset="0"/>
              <a:buChar char="•"/>
              <a:tabLst>
                <a:tab pos="1657350" algn="l"/>
                <a:tab pos="1885950" algn="l"/>
              </a:tabLst>
            </a:pPr>
            <a:r>
              <a:rPr lang="en-US" sz="1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	:	9360770284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0" name="Groupe 23"/>
          <p:cNvGrpSpPr/>
          <p:nvPr/>
        </p:nvGrpSpPr>
        <p:grpSpPr>
          <a:xfrm>
            <a:off x="-7254" y="7178339"/>
            <a:ext cx="6858000" cy="720080"/>
            <a:chOff x="2561868" y="7180862"/>
            <a:chExt cx="4296132" cy="72008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1" name="Triangle rectangle 20"/>
            <p:cNvSpPr/>
            <p:nvPr/>
          </p:nvSpPr>
          <p:spPr>
            <a:xfrm rot="16200000" flipH="1">
              <a:off x="2561869" y="7612911"/>
              <a:ext cx="288032" cy="28803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61868" y="7180862"/>
              <a:ext cx="4296132" cy="43204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0" rtlCol="0" anchor="ctr"/>
            <a:lstStyle/>
            <a:p>
              <a:pPr algn="l"/>
              <a:r>
                <a:rPr lang="en-US" sz="2000" b="1" cap="small" baseline="0" dirty="0" smtClean="0">
                  <a:solidFill>
                    <a:schemeClr val="tx1"/>
                  </a:solidFill>
                </a:rPr>
                <a:t>    Declaration</a:t>
              </a:r>
              <a:endParaRPr lang="en-US" sz="2000" b="1" cap="small" baseline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19150" y="7688186"/>
            <a:ext cx="5734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 hereby </a:t>
            </a:r>
            <a:r>
              <a:rPr lang="en-US" sz="1200" dirty="0" err="1" smtClean="0"/>
              <a:t>delcare</a:t>
            </a:r>
            <a:r>
              <a:rPr lang="en-US" sz="1200" dirty="0" smtClean="0"/>
              <a:t> that the information provided above is correct to the best of</a:t>
            </a:r>
            <a:br>
              <a:rPr lang="en-US" sz="1200" dirty="0" smtClean="0"/>
            </a:br>
            <a:r>
              <a:rPr lang="en-US" sz="1200" dirty="0" smtClean="0"/>
              <a:t>my knowledge.</a:t>
            </a:r>
          </a:p>
          <a:p>
            <a:r>
              <a:rPr lang="en-IN" sz="1200" dirty="0" smtClean="0"/>
              <a:t> </a:t>
            </a:r>
            <a:endParaRPr lang="en-US" sz="1200" dirty="0" smtClean="0"/>
          </a:p>
          <a:p>
            <a:r>
              <a:rPr lang="en-IN" sz="1200" dirty="0" smtClean="0"/>
              <a:t>  				</a:t>
            </a:r>
            <a:r>
              <a:rPr lang="en-US" sz="1200" dirty="0" smtClean="0"/>
              <a:t>     Yours Sincerely,</a:t>
            </a:r>
          </a:p>
          <a:p>
            <a:r>
              <a:rPr lang="en-IN" sz="1200" b="1" dirty="0" smtClean="0"/>
              <a:t>Place :  </a:t>
            </a:r>
            <a:r>
              <a:rPr lang="en-IN" sz="1200" b="1" dirty="0" err="1" smtClean="0"/>
              <a:t>Pattabiram</a:t>
            </a:r>
            <a:r>
              <a:rPr lang="en-IN" sz="1200" b="1" dirty="0" smtClean="0"/>
              <a:t>, Chennai-72		</a:t>
            </a:r>
          </a:p>
          <a:p>
            <a:endParaRPr lang="en-US" sz="1200" b="1" dirty="0" smtClean="0"/>
          </a:p>
          <a:p>
            <a:r>
              <a:rPr lang="en-IN" sz="1200" b="1" dirty="0" smtClean="0"/>
              <a:t>Date  :                                                                                </a:t>
            </a:r>
            <a:r>
              <a:rPr lang="fr-FR" sz="1200" b="1" dirty="0" smtClean="0"/>
              <a:t>							      [D. </a:t>
            </a:r>
            <a:r>
              <a:rPr lang="fr-FR" sz="1200" b="1" dirty="0" err="1" smtClean="0"/>
              <a:t>Madhan</a:t>
            </a:r>
            <a:r>
              <a:rPr lang="fr-FR" sz="1200" b="1" dirty="0" smtClean="0"/>
              <a:t> Raj]</a:t>
            </a:r>
            <a:endParaRPr lang="en-US" sz="12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57971" y="1055562"/>
            <a:ext cx="4297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r>
              <a:rPr lang="en-IN" sz="1300" dirty="0" smtClean="0"/>
              <a:t>Hardworking	 </a:t>
            </a:r>
            <a:r>
              <a:rPr lang="en-IN" sz="1100" dirty="0" smtClean="0">
                <a:sym typeface="Wingdings"/>
              </a:rPr>
              <a:t></a:t>
            </a:r>
            <a:r>
              <a:rPr lang="en-IN" sz="1300" dirty="0" smtClean="0"/>
              <a:t>   Efficient Work</a:t>
            </a:r>
          </a:p>
          <a:p>
            <a:pPr marL="455613" lvl="1" indent="-284163">
              <a:buSzPct val="150000"/>
              <a:buFont typeface="Arial" pitchFamily="34" charset="0"/>
              <a:buChar char="•"/>
              <a:tabLst>
                <a:tab pos="171450" algn="l"/>
              </a:tabLst>
            </a:pPr>
            <a:r>
              <a:rPr lang="en-IN" sz="1300" dirty="0" smtClean="0"/>
              <a:t>Team Work	</a:t>
            </a:r>
            <a:r>
              <a:rPr lang="en-IN" sz="1400" dirty="0" smtClean="0">
                <a:sym typeface="Wingdings"/>
              </a:rPr>
              <a:t> </a:t>
            </a:r>
            <a:r>
              <a:rPr lang="en-IN" sz="1050" dirty="0" smtClean="0">
                <a:sym typeface="Wingdings"/>
              </a:rPr>
              <a:t></a:t>
            </a:r>
            <a:r>
              <a:rPr lang="en-IN" sz="1300" dirty="0" smtClean="0"/>
              <a:t>   Co-ordination</a:t>
            </a:r>
          </a:p>
        </p:txBody>
      </p:sp>
      <p:sp>
        <p:nvSpPr>
          <p:cNvPr id="26" name="Triangle rectangle 20"/>
          <p:cNvSpPr/>
          <p:nvPr/>
        </p:nvSpPr>
        <p:spPr>
          <a:xfrm rot="16200000" flipH="1">
            <a:off x="85881" y="850531"/>
            <a:ext cx="288032" cy="45978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0" y="504361"/>
            <a:ext cx="6858000" cy="432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algn="l"/>
            <a:r>
              <a:rPr lang="en-US" sz="2000" b="1" cap="small" baseline="0" dirty="0" smtClean="0">
                <a:solidFill>
                  <a:schemeClr val="tx1"/>
                </a:solidFill>
              </a:rPr>
              <a:t>        </a:t>
            </a:r>
            <a:r>
              <a:rPr lang="en-US" sz="2000" b="1" cap="small" dirty="0" smtClean="0">
                <a:solidFill>
                  <a:schemeClr val="tx1"/>
                </a:solidFill>
              </a:rPr>
              <a:t>  </a:t>
            </a:r>
            <a:r>
              <a:rPr lang="en-US" sz="2000" b="1" cap="small" baseline="0" dirty="0" smtClean="0">
                <a:solidFill>
                  <a:schemeClr val="tx1"/>
                </a:solidFill>
              </a:rPr>
              <a:t>Strength</a:t>
            </a:r>
            <a:endParaRPr lang="en-US" sz="2000" b="1" cap="small" baseline="0" dirty="0">
              <a:solidFill>
                <a:schemeClr val="tx1"/>
              </a:solidFill>
            </a:endParaRPr>
          </a:p>
        </p:txBody>
      </p:sp>
      <p:pic>
        <p:nvPicPr>
          <p:cNvPr id="24" name="Picture 23" descr="Madan Sig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62500" y="8446402"/>
            <a:ext cx="975360" cy="52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0095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924</TotalTime>
  <Words>171</Words>
  <Application>Microsoft Office PowerPoint</Application>
  <PresentationFormat>A4 Paper (210x297 mm)</PresentationFormat>
  <Paragraphs>62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Centrum - Resume for PowerPoint</dc:title>
  <dc:creator>showeet.com</dc:creator>
  <dc:description>© Copyright Showeet.com</dc:description>
  <cp:lastModifiedBy>Madhan raj</cp:lastModifiedBy>
  <cp:revision>170</cp:revision>
  <dcterms:created xsi:type="dcterms:W3CDTF">2015-10-24T20:43:13Z</dcterms:created>
  <dcterms:modified xsi:type="dcterms:W3CDTF">2023-03-26T17:10:41Z</dcterms:modified>
  <cp:category>Curriculum Vitae/Resume</cp:category>
</cp:coreProperties>
</file>